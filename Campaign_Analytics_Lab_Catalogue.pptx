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0E0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</a:rPr>
              <a:t>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Campaign Analytics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Decision Intelligence for Marketing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Model campaign scenarios, isolate demand shocks,
and project outcomes — all in a browser, no code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</a:rPr>
              <a:t>🌐  Try it free:  https://campaign-analytics-lab.streamlit.app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Demo login:  demo  /  demo2026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9144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BB"/>
                </a:solidFill>
              </a:rPr>
              <a:t>📸  INSERT: App screenshot (public URL — login or dashboard)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2026  ·  Open-source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Four core capabilities — available out of the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Demand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93392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Seasonal DNA engine reconstructs your organic demand baseline from historical data. Enter trial-period actuals to calibrate and generate a 12-month projection.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4864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27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6459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Campaign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93392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Model campaigns with four response shapes (Front-Loaded, Linear Fade, Step, Delayed Peak). See immediate impact on clicks, conversions, and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4864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59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7764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De-Shock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325112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Isolate artificial spikes from historical or forecast data, extract them as signatures, and re-inject on any future 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86200"/>
            <a:ext cx="54864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959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4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Attribution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325112"/>
            <a:ext cx="5285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Waterfall breakdown of which events contribute how much to your revenue target — in absolute volume and percentage of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7772400" cy="5029200"/>
          </a:xfrm>
          <a:prstGeom prst="rect">
            <a:avLst/>
          </a:prstGeom>
          <a:solidFill>
            <a:srgbClr val="E8EEF8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 REAL SCREENSHOT from https://campaign-analytics-lab.streamlit.app — Dashboard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9144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Baseline (organic) vs Simulation (events)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6916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Monthly / Weekly / Daily granularity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Multi-entity (brand) blended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461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Goal Tracker with growth % and volume driver selector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114800"/>
            <a:ext cx="3749039" cy="16459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42245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</a:rPr>
              <a:t>Try it now: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177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https://campaign-analytics-lab
  .streamlit.app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Simulation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7772400" cy="5029200"/>
          </a:xfrm>
          <a:prstGeom prst="rect">
            <a:avLst/>
          </a:prstGeom>
          <a:solidFill>
            <a:srgbClr val="E8EEF8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 REAL SCREENSHOT — Simulation Lab (Events or De-Shock tab)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7772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40" y="777240"/>
            <a:ext cx="36576" cy="1188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868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868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Visual DNA Drag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2527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Reshape seasonal demand indices interactively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1488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2148840"/>
            <a:ext cx="36576" cy="1188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Event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6243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Campaigns, DNA swaps, custom drag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5204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520440"/>
            <a:ext cx="36576" cy="1188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De-Shock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9959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Historical &amp; forecast spike isolation + compressor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8920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4892040"/>
            <a:ext cx="36576" cy="1188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983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Audit &amp;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53675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Waterfall event attribution with gap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Everything included — one deployment, zero add-ons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Seasonal DNA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82880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Weighted multi-year seasonality for clicks, CR, and AOV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38988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38988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Spike Compressor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Scale any spike ±% with Gaussian edge taper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38988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38988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Brand Forge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Synthesise new entities from DNA inheritance + volume targets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7296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7296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64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Excel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361188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One-click formatted strategy report download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317296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317296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3264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Multi-entity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1188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Compare and blend unlimited entity DNA profiles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317296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317296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3264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Configurable defaults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61188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Per-entity campaign coefficients with global override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95604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95604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Auth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539496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Username + password session, full activity 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5112" y="495604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25112" y="495604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28032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Built-in documentation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39496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Full model explanation and formula guide in-app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38744" y="4956048"/>
            <a:ext cx="3611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38744" y="4956048"/>
            <a:ext cx="36576" cy="1600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48472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1664" y="5047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Goal Tracker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5394960"/>
            <a:ext cx="3410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Set revenue / orders / clicks targets with growth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Get Started in 3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3840480"/>
          </a:xfrm>
          <a:prstGeom prst="rect">
            <a:avLst/>
          </a:prstGeom>
          <a:solidFill>
            <a:srgbClr val="14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1645920"/>
            <a:ext cx="777240" cy="77724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16459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Open 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Visit https://campaign-analytics-lab.streamlit.app
Login: demo / demo2026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63040"/>
            <a:ext cx="3611880" cy="3840480"/>
          </a:xfrm>
          <a:prstGeom prst="rect">
            <a:avLst/>
          </a:prstGeom>
          <a:solidFill>
            <a:srgbClr val="14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9008" y="1645920"/>
            <a:ext cx="777240" cy="77724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6459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060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Enter your trial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15468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Set trial period dates + actual clicks, orders, and revenue in the sidebar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463040"/>
            <a:ext cx="3611880" cy="3840480"/>
          </a:xfrm>
          <a:prstGeom prst="rect">
            <a:avLst/>
          </a:prstGeom>
          <a:solidFill>
            <a:srgbClr val="14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3495" y="1645920"/>
            <a:ext cx="777240" cy="77724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3495" y="16459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6060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Simulate &amp;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315468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Inject campaigns, run the de-shock tool, download your strategy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623560"/>
            <a:ext cx="5788152" cy="777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687568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🔗  github.com/Parsa-Hajian/campaign-analytics-lab  ·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